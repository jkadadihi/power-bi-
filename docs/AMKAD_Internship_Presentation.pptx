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50292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DHL EXPRESS AMERICAS  ·  KEY ACCOUNT DESK (AMKAD)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Automating AR Reporting &amp; Collections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C9CED4"/>
                </a:solidFill>
                <a:latin typeface="Calibri"/>
              </a:rPr>
              <a:t>From manual, invisible processes to a live dashboard and self-running data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4BAC1"/>
                </a:solidFill>
                <a:latin typeface="Calibri"/>
              </a:rPr>
              <a:t>Finance Intern, Controlling  ·  Internship Close-Out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this internship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~210 hrs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Collector time recovered per year (conservative) — up to ~360 hrs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6 / week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Recurring SOAs generated &amp; emailed automatically (Arrow ×5, Baker ×1)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3401568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2093976"/>
            <a:ext cx="30175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1 new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Live AR reporting capability that did not exist 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A5040D"/>
                </a:solidFill>
                <a:latin typeface="Calibri"/>
              </a:rPr>
              <a:t>≈ 5 to 9 full 40-hour work-weeks of collector time returned to actual collections — every year.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Built net-new AR visibility (aging, UAC, trends, what-if simulators) that leadership never had before.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Automated the daily data file that feeds it — no one has to rebuild it by hand anymore.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Removed a single-person dependency and the error risk that came with manual copy/paste.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I'll walk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1A1D21"/>
                </a:solidFill>
                <a:latin typeface="Calibri"/>
              </a:rPr>
              <a:t>Where things stood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The manual, invisible starting point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27248"/>
            <a:ext cx="502920" cy="50292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2724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1A1D21"/>
                </a:solidFill>
                <a:latin typeface="Calibri"/>
              </a:rPr>
              <a:t>What I built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Three connected automations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68496"/>
            <a:ext cx="502920" cy="50292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68496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1A1D21"/>
                </a:solidFill>
                <a:latin typeface="Calibri"/>
              </a:rPr>
              <a:t>The impact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Hours saved — with the math shown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809744"/>
            <a:ext cx="502920" cy="50292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809744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1A1D21"/>
                </a:solidFill>
                <a:latin typeface="Calibri"/>
              </a:rPr>
              <a:t>The hard parts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Power BI, data, and production challenges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650992"/>
            <a:ext cx="502920" cy="50292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650992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1A1D21"/>
                </a:solidFill>
                <a:latin typeface="Calibri"/>
              </a:rPr>
              <a:t>What's next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How this scales beyond 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WHERE THINGS STOOD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manual processes, three sources of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AR Reporting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consolidated daily view of receivables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overdue, UAC lived across spreadsheets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trend, drill-down, or 'what-if' capability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Leadership lacked a single place to look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Daily Data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collector rebuilt it every business day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Copy → paste → calculate → save-as, by hand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~15 min/day, and only one person knew the steps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Manual copy/paste → real error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Statements (SOA)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generated SOAs in START by hand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Then formatted, emailed, attached,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Repeated weekly, per customer &amp; country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Missed sends &amp; delays pulled focus off collections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connected automations — one AR workflow, digitized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1 · AR Dashboard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Live HTML report of the whole book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UAC, gross sales, payments, trends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Drill-downs + what-if payment simulators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New visibility that didn't exist before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A50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2 · Daily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Feeds the dashboard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Source file lands → data extracted &amp; appended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New dated file built with full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Runs hands-off, every business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3 · SOA Automation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6 weekly statements auto-generated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Auto-emailed with attachments &amp; CCs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Configurable framework, not one-offs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handle exceptions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1 · THE AR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 live view of the receivables book — built from nothing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Portfolio KPIs: Total AR, Overdue %, GT60 / GT90 aging, UAC, gross sales, payments.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Drill-downs both ways — country ↔ customer — to see what's driving every number.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Trends over time and same-month year-over-year comparison.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What-if payment simulators: portfolio-level and customer-level, with manual allocation across aging bands and UAC.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Editable risk thresholds and an Action-Required list mapped to the collections escalation process.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Why it matters:  this reporting did not exist before — I created the visibility, not just automated an existing report.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2 · THE DAILY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manual daily file, now self-running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0511"/>
                </a:solidFill>
                <a:latin typeface="Calibri"/>
              </a:rPr>
              <a:t>BEFORE  —  ~15 min/day, one person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Open the emailed report, copy the data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Paste into a template, calculate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Copy specific columns into the workbook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Refresh, then Save-As a new dated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F8A2E"/>
                </a:solidFill>
                <a:latin typeface="Calibri"/>
              </a:rPr>
              <a:t>AFTER  —  hands-off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File lands in the shared folder → flow fires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Office Script reads &amp; maps today's rows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New dated file built, carrying full history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Today's rows appended → dashboard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FFCC00"/>
                </a:solidFill>
                <a:latin typeface="Calibri"/>
              </a:rPr>
              <a:t>Built with:  Power Query (M)  ·  Office Scripts (TypeScript)  ·  Power Automate  ·  SharePoint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FD4DA"/>
                </a:solidFill>
                <a:latin typeface="Calibri"/>
              </a:rPr>
              <a:t>Includes duplicate protection and graceful handling of missing / incomplete data (e.g. month-start EUR gaps).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3 · SOA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Recurring statements generated &amp; delivered without a collector touching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Automated 6 recurring weekly Statements of Account:  Arrow Electronics (5 countries) + Baker Hughes (1).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Auto-generated from START templates with the correct account filters, then auto-emailed — attachments included, internal stakeholders CC'd.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Built as a configurable framework: new customers onboard by updating configuration (accounts, recipients, schedule, template), not by rebuilding the solution.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Exception-based by design — collectors step in only for exceptions, and spend their time on collections instead of routine report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A5040D"/>
                </a:solidFill>
                <a:latin typeface="Calibri"/>
              </a:rPr>
              <a:t>Honest scope:  2 customers live today (6 SOAs/week) on a framework designed to scale to the rest — the hard part (the reusable engine) is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Hours saved — with the math shown, conservatively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10881360" cy="658368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4297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2240280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240280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240280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98648"/>
            <a:ext cx="10881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98648"/>
            <a:ext cx="4297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data pipeline  (15 min × 5 days)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898648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 hrs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98648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~5.4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2898648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 hrs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57016"/>
            <a:ext cx="10881360" cy="658368"/>
          </a:xfrm>
          <a:prstGeom prst="rect">
            <a:avLst/>
          </a:prstGeom>
          <a:solidFill>
            <a:srgbClr val="F1EFEA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4297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SOA automation  (6 SOAs × 30–60 min)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57016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3–6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3557016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13–26 hrs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557016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150–300 hrs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15384"/>
            <a:ext cx="10881360" cy="658368"/>
          </a:xfrm>
          <a:prstGeom prst="rect">
            <a:avLst/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215384"/>
            <a:ext cx="50800" cy="658368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15384"/>
            <a:ext cx="4297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Combined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4215384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~4–7 hrs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4215384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~18–31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4215384"/>
            <a:ext cx="1828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~210–360 hrs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A5040D"/>
                </a:solidFill>
                <a:latin typeface="Calibri"/>
              </a:rPr>
              <a:t>≈ 5 to 9 full 40-hour work-weeks of collector time recovered per year.</a:t>
            </a:r>
          </a:p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8A837B"/>
                </a:solidFill>
                <a:latin typeface="Calibri"/>
              </a:rPr>
              <a:t>Assumptions (deliberately conservative):  5 business days/week; SOA at 30–60 min each, 6/week; figures EXCLUDE error-correction, rework, and downstream analysis time — which would push the number higher, not lower.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HARD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it actually took — and what I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Power BI &amp; the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Extensive trial-and-error building the model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Fragmented, inconsistent source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Had to consolidate before anything was trustworthy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Hosting blocked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Azure Functions blocked by permissions (RBAC)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Re-architected the whole recurring-run approach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Landed on GitHub Actions — zero-friction, no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19456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19456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39572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right data pattern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Power Query replaces, it can't append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Designed a carry-history-forward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Solved it without breaking the live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A production incident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live query edit went wrong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Recovered cleanly via version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Adopted a test-first, never-in-prod discipline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4256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Connector quirks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Dozens of field-name / identifier mismatches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Pagination, throttling, locked-file retries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Debugged each to a clean, green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1" y="420624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420624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7" y="440740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takeaway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Shipped despite every obstacle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Learned to de-risk before touching live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Left it documented and maintainable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IT TOOK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Skills demonstrated,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Automation &amp; Data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Query (M)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Office Scripts (TypeScript)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Automate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SharePoint / 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Analysis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AR aging &amp; cash-application logic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Data consolidation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BI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MTD / snapshot filtering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Product &amp; Front-End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HTML / CSS / JavaScript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SVG charting &amp; dashboards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UX for non-technical users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Clear documentation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Ways of Working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Reverse-engineering undocumented processes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Building from ambiguity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Production troubleshooting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Shipping, not just proposing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How this scales beyond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Expand the SOA framework to the remaining customers and countries — the reusable engine is already built.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Migrate the data layer to a centralized database (SQL / Data Factory) — the scalable backbone for everything above.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Publish leadership-facing Power BI dashboards on top of the same consolidated data.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Hardening: standardize the monthly folder naming and add optional alerting for missing / late source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WHY 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I don't just spot automation opportunities — I ship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6984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Built net-new capability that didn't exist — and put it into production.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Delivered quantifiable time back to the team (~210–360 hrs/yr) and cut real error &amp; key-person risk.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Worked through ambiguity, a hosting blocker, a production incident, and dozens of technical dead-ends — and still shipped.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Left everything documented, tested, and running without 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32120"/>
            <a:ext cx="10698480" cy="777240"/>
          </a:xfrm>
          <a:prstGeom prst="roundRect">
            <a:avLst>
              <a:gd name="adj" fmla="val 12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14416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Give me the next problem — I'll ship the solution.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D21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D21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Finance Intern, Controlling  ·  DHL Express Americas — Key Account Desk (AMKAD)</a:t>
            </a:r>
          </a:p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A5040D"/>
                </a:solidFill>
                <a:latin typeface="Calibri"/>
              </a:rPr>
              <a:t>Questions welcome.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5486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54864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